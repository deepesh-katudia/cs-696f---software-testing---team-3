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185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DFD 1: Expense Claim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Logical Data Flow Diagram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75EB24-9E3B-7BCE-1893-36E8DDDBD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80" y="2994373"/>
            <a:ext cx="582620" cy="553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C417E0-5EC7-CD0D-41E8-48AF92885173}"/>
              </a:ext>
            </a:extLst>
          </p:cNvPr>
          <p:cNvSpPr txBox="1"/>
          <p:nvPr/>
        </p:nvSpPr>
        <p:spPr>
          <a:xfrm>
            <a:off x="321390" y="3547791"/>
            <a:ext cx="457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3E0C32-BAA3-7198-6846-D223CAAB9E27}"/>
              </a:ext>
            </a:extLst>
          </p:cNvPr>
          <p:cNvSpPr/>
          <p:nvPr/>
        </p:nvSpPr>
        <p:spPr>
          <a:xfrm>
            <a:off x="1780674" y="1383632"/>
            <a:ext cx="1082842" cy="39704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9CA1A-6944-AF9F-6136-3D4E92EDDC14}"/>
              </a:ext>
            </a:extLst>
          </p:cNvPr>
          <p:cNvSpPr txBox="1"/>
          <p:nvPr/>
        </p:nvSpPr>
        <p:spPr>
          <a:xfrm>
            <a:off x="1834816" y="1383632"/>
            <a:ext cx="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9.01 Create Expense Claim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F8CAB6D-7E62-E3C1-DC51-1908138D34AF}"/>
              </a:ext>
            </a:extLst>
          </p:cNvPr>
          <p:cNvCxnSpPr>
            <a:cxnSpLocks/>
            <a:stCxn id="4" idx="0"/>
            <a:endCxn id="6" idx="1"/>
          </p:cNvCxnSpPr>
          <p:nvPr/>
        </p:nvCxnSpPr>
        <p:spPr>
          <a:xfrm rot="5400000" flipH="1" flipV="1">
            <a:off x="459222" y="1672921"/>
            <a:ext cx="1412220" cy="12306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1AE8D4F-6D09-9C6A-8AF2-990921E7B8CB}"/>
              </a:ext>
            </a:extLst>
          </p:cNvPr>
          <p:cNvSpPr txBox="1"/>
          <p:nvPr/>
        </p:nvSpPr>
        <p:spPr>
          <a:xfrm>
            <a:off x="0" y="1212821"/>
            <a:ext cx="878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Create New Expense Claim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0FE0B6-C262-8222-A74E-920096F9F784}"/>
              </a:ext>
            </a:extLst>
          </p:cNvPr>
          <p:cNvSpPr/>
          <p:nvPr/>
        </p:nvSpPr>
        <p:spPr>
          <a:xfrm>
            <a:off x="1780674" y="3150749"/>
            <a:ext cx="1082842" cy="39704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9536F0-0959-E3C3-6740-137E6C1DDAEF}"/>
              </a:ext>
            </a:extLst>
          </p:cNvPr>
          <p:cNvSpPr txBox="1"/>
          <p:nvPr/>
        </p:nvSpPr>
        <p:spPr>
          <a:xfrm>
            <a:off x="1782678" y="3180284"/>
            <a:ext cx="1014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9.02 Edit Expense Claim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7BDA15-BFDF-66FB-ED30-C6B5CB62846A}"/>
              </a:ext>
            </a:extLst>
          </p:cNvPr>
          <p:cNvSpPr txBox="1"/>
          <p:nvPr/>
        </p:nvSpPr>
        <p:spPr>
          <a:xfrm rot="16200000">
            <a:off x="1610217" y="2400179"/>
            <a:ext cx="98965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Edit the Expense claim that is created (Draft)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A40580-8774-721A-C3A6-56DF93FDE3D8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2322095" y="1780674"/>
            <a:ext cx="0" cy="1370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B9260B5-D69A-40D1-EAB4-8598906083C9}"/>
              </a:ext>
            </a:extLst>
          </p:cNvPr>
          <p:cNvSpPr txBox="1"/>
          <p:nvPr/>
        </p:nvSpPr>
        <p:spPr>
          <a:xfrm>
            <a:off x="1818773" y="4518999"/>
            <a:ext cx="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9.03 Submit Expense Claim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E6EEF9-AB1E-639D-2552-BA74EE808EBD}"/>
              </a:ext>
            </a:extLst>
          </p:cNvPr>
          <p:cNvSpPr/>
          <p:nvPr/>
        </p:nvSpPr>
        <p:spPr>
          <a:xfrm>
            <a:off x="1774658" y="4518999"/>
            <a:ext cx="1082842" cy="39704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E65DA0E-1C3C-18B6-7B9C-D027703B4E8D}"/>
              </a:ext>
            </a:extLst>
          </p:cNvPr>
          <p:cNvCxnSpPr>
            <a:cxnSpLocks/>
            <a:stCxn id="18" idx="2"/>
            <a:endCxn id="31" idx="0"/>
          </p:cNvCxnSpPr>
          <p:nvPr/>
        </p:nvCxnSpPr>
        <p:spPr>
          <a:xfrm>
            <a:off x="2290010" y="3549616"/>
            <a:ext cx="10026" cy="969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6DFC153-58A4-A70D-1795-BB2D97F3C67F}"/>
              </a:ext>
            </a:extLst>
          </p:cNvPr>
          <p:cNvSpPr txBox="1"/>
          <p:nvPr/>
        </p:nvSpPr>
        <p:spPr>
          <a:xfrm rot="16200000">
            <a:off x="1550121" y="3799557"/>
            <a:ext cx="111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Updated Draft Expense Claim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7CB1BE9-071D-4D0F-0328-C05E20CC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080" y="3728762"/>
            <a:ext cx="582620" cy="55341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98D4E8D-AF39-93A1-43BE-442D301AEBD5}"/>
              </a:ext>
            </a:extLst>
          </p:cNvPr>
          <p:cNvSpPr txBox="1"/>
          <p:nvPr/>
        </p:nvSpPr>
        <p:spPr>
          <a:xfrm>
            <a:off x="3532819" y="4271972"/>
            <a:ext cx="11971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Approver (Manager)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32B41C3-57AA-04C3-7E78-145DFED0EE88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 flipV="1">
            <a:off x="2857500" y="4005471"/>
            <a:ext cx="982580" cy="7120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0627353-B5CD-A4F3-58A1-1199E8ADB5E7}"/>
              </a:ext>
            </a:extLst>
          </p:cNvPr>
          <p:cNvSpPr txBox="1"/>
          <p:nvPr/>
        </p:nvSpPr>
        <p:spPr>
          <a:xfrm>
            <a:off x="4431634" y="3678596"/>
            <a:ext cx="1246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Approve / Reject Decision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85D8A35-FADE-003A-1B9F-851E0033A48E}"/>
              </a:ext>
            </a:extLst>
          </p:cNvPr>
          <p:cNvCxnSpPr>
            <a:cxnSpLocks/>
            <a:stCxn id="32" idx="1"/>
            <a:endCxn id="5" idx="2"/>
          </p:cNvCxnSpPr>
          <p:nvPr/>
        </p:nvCxnSpPr>
        <p:spPr>
          <a:xfrm rot="10800000">
            <a:off x="549990" y="3809402"/>
            <a:ext cx="1224668" cy="9081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58ABC36-1F32-D63F-EF1A-738D68CF194C}"/>
              </a:ext>
            </a:extLst>
          </p:cNvPr>
          <p:cNvSpPr txBox="1"/>
          <p:nvPr/>
        </p:nvSpPr>
        <p:spPr>
          <a:xfrm>
            <a:off x="191958" y="4717521"/>
            <a:ext cx="159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Submission Confirmation (message /status of Claim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BAD57F2-2F2E-BDB4-8F01-6720D29FEC00}"/>
              </a:ext>
            </a:extLst>
          </p:cNvPr>
          <p:cNvSpPr/>
          <p:nvPr/>
        </p:nvSpPr>
        <p:spPr>
          <a:xfrm>
            <a:off x="5380124" y="3806950"/>
            <a:ext cx="1082842" cy="39704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2E1D142-D19D-D02F-3D88-ACD602F8674A}"/>
              </a:ext>
            </a:extLst>
          </p:cNvPr>
          <p:cNvCxnSpPr>
            <a:cxnSpLocks/>
            <a:stCxn id="39" idx="3"/>
            <a:endCxn id="55" idx="1"/>
          </p:cNvCxnSpPr>
          <p:nvPr/>
        </p:nvCxnSpPr>
        <p:spPr>
          <a:xfrm>
            <a:off x="4422700" y="4005471"/>
            <a:ext cx="957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C2AB824-4962-60DD-DBB4-6051A4FCD423}"/>
              </a:ext>
            </a:extLst>
          </p:cNvPr>
          <p:cNvSpPr txBox="1"/>
          <p:nvPr/>
        </p:nvSpPr>
        <p:spPr>
          <a:xfrm>
            <a:off x="5305927" y="3834660"/>
            <a:ext cx="145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9.04 Approve Expense Claim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CDDB9B-7428-8366-A93F-8C51709F4FA0}"/>
              </a:ext>
            </a:extLst>
          </p:cNvPr>
          <p:cNvSpPr txBox="1"/>
          <p:nvPr/>
        </p:nvSpPr>
        <p:spPr>
          <a:xfrm>
            <a:off x="2697079" y="3792376"/>
            <a:ext cx="1082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Submitted Expense Claims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B297B35-1BB1-3C82-C0D0-8335415916F3}"/>
              </a:ext>
            </a:extLst>
          </p:cNvPr>
          <p:cNvSpPr/>
          <p:nvPr/>
        </p:nvSpPr>
        <p:spPr>
          <a:xfrm>
            <a:off x="5380124" y="2191349"/>
            <a:ext cx="1082842" cy="39704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C60532D-C566-F8B0-CB13-1E28CCB636F4}"/>
              </a:ext>
            </a:extLst>
          </p:cNvPr>
          <p:cNvCxnSpPr>
            <a:cxnSpLocks/>
            <a:stCxn id="55" idx="0"/>
            <a:endCxn id="64" idx="2"/>
          </p:cNvCxnSpPr>
          <p:nvPr/>
        </p:nvCxnSpPr>
        <p:spPr>
          <a:xfrm flipV="1">
            <a:off x="5921545" y="2588391"/>
            <a:ext cx="0" cy="1218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62EB9B4-3A17-B3B2-CDB2-608D711E5BBD}"/>
              </a:ext>
            </a:extLst>
          </p:cNvPr>
          <p:cNvSpPr txBox="1"/>
          <p:nvPr/>
        </p:nvSpPr>
        <p:spPr>
          <a:xfrm>
            <a:off x="5380124" y="2191349"/>
            <a:ext cx="1146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9.06 Process Reimbursement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B48EA8-1BAC-4144-4617-DF464B64D0A5}"/>
              </a:ext>
            </a:extLst>
          </p:cNvPr>
          <p:cNvSpPr txBox="1"/>
          <p:nvPr/>
        </p:nvSpPr>
        <p:spPr>
          <a:xfrm rot="16200000">
            <a:off x="5191336" y="3063251"/>
            <a:ext cx="103498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Approved Claim Data used for Reimbursements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706D937C-D2A3-F7DD-5B14-4F68621A8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235" y="936112"/>
            <a:ext cx="582620" cy="553418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526C9A6B-998C-14E0-9093-8BA0EB302838}"/>
              </a:ext>
            </a:extLst>
          </p:cNvPr>
          <p:cNvSpPr txBox="1"/>
          <p:nvPr/>
        </p:nvSpPr>
        <p:spPr>
          <a:xfrm>
            <a:off x="5708829" y="1450238"/>
            <a:ext cx="457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User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00ADCDF-01B5-C365-4DBA-C12C63772229}"/>
              </a:ext>
            </a:extLst>
          </p:cNvPr>
          <p:cNvCxnSpPr>
            <a:cxnSpLocks/>
            <a:stCxn id="69" idx="0"/>
            <a:endCxn id="73" idx="2"/>
          </p:cNvCxnSpPr>
          <p:nvPr/>
        </p:nvCxnSpPr>
        <p:spPr>
          <a:xfrm flipH="1" flipV="1">
            <a:off x="5937429" y="1711848"/>
            <a:ext cx="15744" cy="479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D838A39-CA1B-349B-7266-6234B2058D03}"/>
              </a:ext>
            </a:extLst>
          </p:cNvPr>
          <p:cNvSpPr txBox="1"/>
          <p:nvPr/>
        </p:nvSpPr>
        <p:spPr>
          <a:xfrm>
            <a:off x="6032287" y="1780674"/>
            <a:ext cx="2167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Reimbursement / Payment Confirmation (paid amount, date, reference)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92724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86</Words>
  <Application>Microsoft Office PowerPoint</Application>
  <PresentationFormat>On-screen Show (4:3)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DFD 1: Expense Claim Management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Deepesh katudia</cp:lastModifiedBy>
  <cp:revision>2</cp:revision>
  <dcterms:created xsi:type="dcterms:W3CDTF">2013-01-27T09:14:16Z</dcterms:created>
  <dcterms:modified xsi:type="dcterms:W3CDTF">2025-11-23T23:26:25Z</dcterms:modified>
  <cp:category/>
</cp:coreProperties>
</file>