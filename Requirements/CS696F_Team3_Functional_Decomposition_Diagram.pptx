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86445"/>
  </p:normalViewPr>
  <p:slideViewPr>
    <p:cSldViewPr snapToGrid="0">
      <p:cViewPr varScale="1">
        <p:scale>
          <a:sx n="117" d="100"/>
          <a:sy n="117" d="100"/>
        </p:scale>
        <p:origin x="126" y="13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3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03B92E7A-CBDD-DFA2-025A-E113EFAB9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273" y="925672"/>
            <a:ext cx="2203450" cy="804863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Xero Application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7B84050E-4ECB-794C-D2E4-FF9E83BA2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5924" y="3852662"/>
            <a:ext cx="673175" cy="552573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12. Accounting reports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3E8B839E-AEEE-45F8-808E-D8F1DC18E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113" y="3248317"/>
            <a:ext cx="7556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Team 3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9359C4-A0E5-4A31-2128-71E37B69A54E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523090" y="1730535"/>
            <a:ext cx="6908" cy="4648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AutoShape 19">
            <a:extLst>
              <a:ext uri="{FF2B5EF4-FFF2-40B4-BE49-F238E27FC236}">
                <a16:creationId xmlns:a16="http://schemas.microsoft.com/office/drawing/2014/main" id="{38ED034E-5EA1-7F55-8F6A-5EC80F258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24" y="3598533"/>
            <a:ext cx="755650" cy="559473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02. User Management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AutoShape 18">
            <a:extLst>
              <a:ext uri="{FF2B5EF4-FFF2-40B4-BE49-F238E27FC236}">
                <a16:creationId xmlns:a16="http://schemas.microsoft.com/office/drawing/2014/main" id="{9195B928-8CA3-0318-6B52-FA8D99EDC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836" y="3598527"/>
            <a:ext cx="682948" cy="559479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04. Financial Data Entry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0146302A-B91B-3C99-40A9-3EF6A2EF7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7710" y="2805300"/>
            <a:ext cx="745698" cy="527892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 Accounts payable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C41990CA-F7C7-C89F-CBE9-49B57B327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" y="3598533"/>
            <a:ext cx="639763" cy="559474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7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01.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Dashboard 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5F99B3-395A-2EC6-408C-52B6CB261B13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330559" y="2193847"/>
            <a:ext cx="0" cy="61145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974B563-4772-D2FE-BB19-254FAE93DF52}"/>
              </a:ext>
            </a:extLst>
          </p:cNvPr>
          <p:cNvCxnSpPr>
            <a:cxnSpLocks/>
          </p:cNvCxnSpPr>
          <p:nvPr/>
        </p:nvCxnSpPr>
        <p:spPr>
          <a:xfrm flipV="1">
            <a:off x="378061" y="2195355"/>
            <a:ext cx="8449709" cy="13639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29">
            <a:extLst>
              <a:ext uri="{FF2B5EF4-FFF2-40B4-BE49-F238E27FC236}">
                <a16:creationId xmlns:a16="http://schemas.microsoft.com/office/drawing/2014/main" id="{536F0E5D-2484-89A7-7BDA-4D1E540BD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08" y="208739"/>
            <a:ext cx="69124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Xero Application: Functional Decomposition Diagram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2" name="Rectangle 45">
            <a:extLst>
              <a:ext uri="{FF2B5EF4-FFF2-40B4-BE49-F238E27FC236}">
                <a16:creationId xmlns:a16="http://schemas.microsoft.com/office/drawing/2014/main" id="{E7E7C999-04DF-87F1-C247-5BABD6BDB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4" name="AutoShape 15">
            <a:extLst>
              <a:ext uri="{FF2B5EF4-FFF2-40B4-BE49-F238E27FC236}">
                <a16:creationId xmlns:a16="http://schemas.microsoft.com/office/drawing/2014/main" id="{94D7F61D-8F3C-66C1-F57A-B95D12F8B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705" y="2798699"/>
            <a:ext cx="657590" cy="544025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Bills to Pay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AutoShape 15">
            <a:extLst>
              <a:ext uri="{FF2B5EF4-FFF2-40B4-BE49-F238E27FC236}">
                <a16:creationId xmlns:a16="http://schemas.microsoft.com/office/drawing/2014/main" id="{B0FB12B6-8660-3D93-7CAB-7F4FC93C0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787" y="2798699"/>
            <a:ext cx="755650" cy="544712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09. Expense Claims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68783B7-14EB-A17B-6AFB-AA8D70678A45}"/>
              </a:ext>
            </a:extLst>
          </p:cNvPr>
          <p:cNvCxnSpPr>
            <a:cxnSpLocks/>
          </p:cNvCxnSpPr>
          <p:nvPr/>
        </p:nvCxnSpPr>
        <p:spPr>
          <a:xfrm>
            <a:off x="6517031" y="2195355"/>
            <a:ext cx="0" cy="60994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AutoShape 15">
            <a:extLst>
              <a:ext uri="{FF2B5EF4-FFF2-40B4-BE49-F238E27FC236}">
                <a16:creationId xmlns:a16="http://schemas.microsoft.com/office/drawing/2014/main" id="{8C9DC38F-0830-2F74-84EA-524416A4B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376" y="3733119"/>
            <a:ext cx="774642" cy="534493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08. Purchase Orders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1A3EC8D-3434-20D0-8C32-EDBB36B96105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5809697" y="2208943"/>
            <a:ext cx="0" cy="152417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AutoShape 15">
            <a:extLst>
              <a:ext uri="{FF2B5EF4-FFF2-40B4-BE49-F238E27FC236}">
                <a16:creationId xmlns:a16="http://schemas.microsoft.com/office/drawing/2014/main" id="{DAA3CC15-8A08-393E-2F52-BD0C084CF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883" y="3723741"/>
            <a:ext cx="807001" cy="534494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07. Accounts Receivable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AutoShape 15">
            <a:extLst>
              <a:ext uri="{FF2B5EF4-FFF2-40B4-BE49-F238E27FC236}">
                <a16:creationId xmlns:a16="http://schemas.microsoft.com/office/drawing/2014/main" id="{909647BE-71C0-A474-140C-052B90AB1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2274" y="3598527"/>
            <a:ext cx="709833" cy="534494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06. Invoicing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AutoShape 15">
            <a:extLst>
              <a:ext uri="{FF2B5EF4-FFF2-40B4-BE49-F238E27FC236}">
                <a16:creationId xmlns:a16="http://schemas.microsoft.com/office/drawing/2014/main" id="{AF857626-B44D-D1CD-3EC3-5FB6C9B4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06" y="3598527"/>
            <a:ext cx="839271" cy="659708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05. Bank Feeds &amp; Reconciliations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AutoShape 18">
            <a:extLst>
              <a:ext uri="{FF2B5EF4-FFF2-40B4-BE49-F238E27FC236}">
                <a16:creationId xmlns:a16="http://schemas.microsoft.com/office/drawing/2014/main" id="{FFC9144C-36A8-5070-1279-40AAE39CC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078" y="3599653"/>
            <a:ext cx="682948" cy="805581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03. Settings </a:t>
            </a:r>
            <a:r>
              <a:rPr lang="en-US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E555781-C648-F39A-E930-6AFB6109E9C8}"/>
              </a:ext>
            </a:extLst>
          </p:cNvPr>
          <p:cNvCxnSpPr>
            <a:cxnSpLocks/>
          </p:cNvCxnSpPr>
          <p:nvPr/>
        </p:nvCxnSpPr>
        <p:spPr>
          <a:xfrm>
            <a:off x="1779512" y="2208309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DC58429-2CEC-FB4D-E489-74DDC5C8877D}"/>
              </a:ext>
            </a:extLst>
          </p:cNvPr>
          <p:cNvCxnSpPr>
            <a:cxnSpLocks/>
          </p:cNvCxnSpPr>
          <p:nvPr/>
        </p:nvCxnSpPr>
        <p:spPr>
          <a:xfrm>
            <a:off x="1008086" y="2208943"/>
            <a:ext cx="0" cy="138958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B250477-97E4-98FE-779B-C822FBDCB246}"/>
              </a:ext>
            </a:extLst>
          </p:cNvPr>
          <p:cNvCxnSpPr>
            <a:cxnSpLocks/>
          </p:cNvCxnSpPr>
          <p:nvPr/>
        </p:nvCxnSpPr>
        <p:spPr>
          <a:xfrm>
            <a:off x="378061" y="2201982"/>
            <a:ext cx="0" cy="139654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A9BBD2-FE0D-9E32-9BA6-E3D1859A7AE6}"/>
              </a:ext>
            </a:extLst>
          </p:cNvPr>
          <p:cNvCxnSpPr>
            <a:cxnSpLocks/>
          </p:cNvCxnSpPr>
          <p:nvPr/>
        </p:nvCxnSpPr>
        <p:spPr>
          <a:xfrm>
            <a:off x="2534310" y="2208943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19708D-0FF9-3800-4AA8-8C23D378B5DA}"/>
              </a:ext>
            </a:extLst>
          </p:cNvPr>
          <p:cNvCxnSpPr>
            <a:cxnSpLocks/>
          </p:cNvCxnSpPr>
          <p:nvPr/>
        </p:nvCxnSpPr>
        <p:spPr>
          <a:xfrm>
            <a:off x="3336833" y="2208943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3F7695-A4B5-0108-FB13-516987A20E37}"/>
              </a:ext>
            </a:extLst>
          </p:cNvPr>
          <p:cNvCxnSpPr>
            <a:cxnSpLocks/>
          </p:cNvCxnSpPr>
          <p:nvPr/>
        </p:nvCxnSpPr>
        <p:spPr>
          <a:xfrm>
            <a:off x="4137190" y="2208943"/>
            <a:ext cx="0" cy="138068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344BB9-8AB5-B585-54F5-06CA38828D67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4939970" y="2208943"/>
            <a:ext cx="10414" cy="151479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13C23D-4164-D62B-40E7-D0BFAF692913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7453431" y="2208943"/>
            <a:ext cx="7069" cy="58975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38A10F-08FB-E1BE-F20B-794D8AA77780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823748" y="2201982"/>
            <a:ext cx="8764" cy="165068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34ED47E-2524-4185-E781-39BC86073855}"/>
              </a:ext>
            </a:extLst>
          </p:cNvPr>
          <p:cNvSpPr/>
          <p:nvPr/>
        </p:nvSpPr>
        <p:spPr>
          <a:xfrm>
            <a:off x="6054573" y="2578395"/>
            <a:ext cx="2711364" cy="934420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Google Shape;69;p13">
            <a:extLst>
              <a:ext uri="{FF2B5EF4-FFF2-40B4-BE49-F238E27FC236}">
                <a16:creationId xmlns:a16="http://schemas.microsoft.com/office/drawing/2014/main" id="{56ED2772-AA45-1C9B-397E-7CA523046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018" y="3248317"/>
            <a:ext cx="7556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Team 3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Google Shape;69;p13">
            <a:extLst>
              <a:ext uri="{FF2B5EF4-FFF2-40B4-BE49-F238E27FC236}">
                <a16:creationId xmlns:a16="http://schemas.microsoft.com/office/drawing/2014/main" id="{C4CC38B5-8CD0-1546-86FE-221391F81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3930" y="3248317"/>
            <a:ext cx="7556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Team 3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0E1C4-A02E-7E44-BE80-53F3599EA791}"/>
              </a:ext>
            </a:extLst>
          </p:cNvPr>
          <p:cNvSpPr txBox="1"/>
          <p:nvPr/>
        </p:nvSpPr>
        <p:spPr>
          <a:xfrm>
            <a:off x="6574843" y="2320879"/>
            <a:ext cx="132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Testing Scope</a:t>
            </a:r>
          </a:p>
        </p:txBody>
      </p:sp>
    </p:spTree>
    <p:extLst>
      <p:ext uri="{BB962C8B-B14F-4D97-AF65-F5344CB8AC3E}">
        <p14:creationId xmlns:p14="http://schemas.microsoft.com/office/powerpoint/2010/main" val="35766706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 Functional Decomposition Diagram_T-3" id="{5A1017C4-0903-0B4F-8F05-DC5B205E13BE}" vid="{62E4B037-3633-4E49-9D70-7B810F0EB1D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Simple Light</Template>
  <TotalTime>11</TotalTime>
  <Words>67</Words>
  <Application>Microsoft Office PowerPoint</Application>
  <PresentationFormat>On-screen Show (16:9)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Desai, Mr. Parth</dc:creator>
  <cp:lastModifiedBy>Deepesh katudia</cp:lastModifiedBy>
  <cp:revision>2</cp:revision>
  <dcterms:created xsi:type="dcterms:W3CDTF">2025-09-26T17:00:02Z</dcterms:created>
  <dcterms:modified xsi:type="dcterms:W3CDTF">2025-09-26T17:27:31Z</dcterms:modified>
</cp:coreProperties>
</file>