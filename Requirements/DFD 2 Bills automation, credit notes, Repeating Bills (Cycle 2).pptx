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08" y="12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DFD </a:t>
            </a:r>
            <a:r>
              <a:rPr lang="en-IN" dirty="0"/>
              <a:t>2</a:t>
            </a:r>
            <a:r>
              <a:rPr dirty="0"/>
              <a:t>: </a:t>
            </a:r>
            <a:r>
              <a:rPr lang="en-IN" dirty="0"/>
              <a:t>Bills automation, credit notes, Repeating Bills (Cycle 2)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007738-EC38-85DC-5D3A-8972191B5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50" y="2510091"/>
            <a:ext cx="582620" cy="5534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53D0AC-4C85-519B-2CFB-34591F6263A9}"/>
              </a:ext>
            </a:extLst>
          </p:cNvPr>
          <p:cNvSpPr txBox="1"/>
          <p:nvPr/>
        </p:nvSpPr>
        <p:spPr>
          <a:xfrm>
            <a:off x="742732" y="3037546"/>
            <a:ext cx="7351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User</a:t>
            </a:r>
            <a:endParaRPr lang="en-IN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96C988-303D-9CEC-86F4-7B7AD356AF33}"/>
              </a:ext>
            </a:extLst>
          </p:cNvPr>
          <p:cNvSpPr/>
          <p:nvPr/>
        </p:nvSpPr>
        <p:spPr>
          <a:xfrm>
            <a:off x="2079812" y="1801906"/>
            <a:ext cx="1192306" cy="47512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10.01 Create New Bills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28ECD8C-99CE-4E60-E5D4-54E225B518D9}"/>
              </a:ext>
            </a:extLst>
          </p:cNvPr>
          <p:cNvCxnSpPr>
            <a:cxnSpLocks/>
            <a:stCxn id="2" idx="0"/>
            <a:endCxn id="8" idx="1"/>
          </p:cNvCxnSpPr>
          <p:nvPr/>
        </p:nvCxnSpPr>
        <p:spPr>
          <a:xfrm rot="5400000" flipH="1" flipV="1">
            <a:off x="1299226" y="1729505"/>
            <a:ext cx="470620" cy="1090552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2E0D58C-644C-F226-40F3-66B579684B4E}"/>
              </a:ext>
            </a:extLst>
          </p:cNvPr>
          <p:cNvSpPr txBox="1"/>
          <p:nvPr/>
        </p:nvSpPr>
        <p:spPr>
          <a:xfrm>
            <a:off x="268855" y="1789883"/>
            <a:ext cx="101171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Enter Manual Bill Details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351786-59D8-E984-8E11-BCCD8CE7A76B}"/>
              </a:ext>
            </a:extLst>
          </p:cNvPr>
          <p:cNvSpPr/>
          <p:nvPr/>
        </p:nvSpPr>
        <p:spPr>
          <a:xfrm>
            <a:off x="2079812" y="3191435"/>
            <a:ext cx="1192306" cy="47512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10.07 View Unpaid Bills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657DE70-4236-E5F8-5638-79CE5A855BE7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>
            <a:off x="2675965" y="2277035"/>
            <a:ext cx="0" cy="91440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C349385-373B-A8FE-1977-8D66E4DD3261}"/>
              </a:ext>
            </a:extLst>
          </p:cNvPr>
          <p:cNvSpPr txBox="1"/>
          <p:nvPr/>
        </p:nvSpPr>
        <p:spPr>
          <a:xfrm>
            <a:off x="1737581" y="2647937"/>
            <a:ext cx="11923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New Unpaid Bills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0C6FCD-A3D5-3433-3F2F-342CA8EA9478}"/>
              </a:ext>
            </a:extLst>
          </p:cNvPr>
          <p:cNvSpPr/>
          <p:nvPr/>
        </p:nvSpPr>
        <p:spPr>
          <a:xfrm>
            <a:off x="4362670" y="1801905"/>
            <a:ext cx="1192306" cy="47512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10.06 Setup Repeating Bills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5375DFC-AE12-AF4D-8CA8-0959A64AC848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3272118" y="2039469"/>
            <a:ext cx="1090552" cy="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BB8864F-DCE9-7456-63F1-7913E2F57F9B}"/>
              </a:ext>
            </a:extLst>
          </p:cNvPr>
          <p:cNvSpPr txBox="1"/>
          <p:nvPr/>
        </p:nvSpPr>
        <p:spPr>
          <a:xfrm>
            <a:off x="3272118" y="1695172"/>
            <a:ext cx="1090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Setup Repeating Template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B685EC4-F19B-BF81-F2AD-8D14647F061B}"/>
              </a:ext>
            </a:extLst>
          </p:cNvPr>
          <p:cNvSpPr/>
          <p:nvPr/>
        </p:nvSpPr>
        <p:spPr>
          <a:xfrm>
            <a:off x="2079812" y="4634752"/>
            <a:ext cx="1192306" cy="47512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10.05 Create Credit Note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E9DC77-F4E7-02E6-4529-359CA03D41A5}"/>
              </a:ext>
            </a:extLst>
          </p:cNvPr>
          <p:cNvCxnSpPr>
            <a:cxnSpLocks/>
            <a:stCxn id="20" idx="2"/>
            <a:endCxn id="36" idx="0"/>
          </p:cNvCxnSpPr>
          <p:nvPr/>
        </p:nvCxnSpPr>
        <p:spPr>
          <a:xfrm>
            <a:off x="2675965" y="3666564"/>
            <a:ext cx="0" cy="96818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E34E091-6F87-AB5D-6E1B-C9C90E7C1123}"/>
              </a:ext>
            </a:extLst>
          </p:cNvPr>
          <p:cNvSpPr txBox="1"/>
          <p:nvPr/>
        </p:nvSpPr>
        <p:spPr>
          <a:xfrm>
            <a:off x="1680882" y="4041321"/>
            <a:ext cx="10905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Select Bill to Credit </a:t>
            </a:r>
            <a:endParaRPr lang="en-IN" sz="9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2FE969-A81E-777E-658E-69F1B359BCF0}"/>
              </a:ext>
            </a:extLst>
          </p:cNvPr>
          <p:cNvSpPr txBox="1"/>
          <p:nvPr/>
        </p:nvSpPr>
        <p:spPr>
          <a:xfrm>
            <a:off x="3037695" y="4017066"/>
            <a:ext cx="109055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Updated bill balance/credit note</a:t>
            </a:r>
            <a:endParaRPr lang="en-IN" sz="9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2D1E432-B6C4-CB5D-AFE0-7A7313B1E37C}"/>
              </a:ext>
            </a:extLst>
          </p:cNvPr>
          <p:cNvCxnSpPr>
            <a:cxnSpLocks/>
          </p:cNvCxnSpPr>
          <p:nvPr/>
        </p:nvCxnSpPr>
        <p:spPr>
          <a:xfrm flipV="1">
            <a:off x="3049573" y="3666564"/>
            <a:ext cx="0" cy="94968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5A7BCFF-B2C9-A643-DB57-D913069D87FC}"/>
              </a:ext>
            </a:extLst>
          </p:cNvPr>
          <p:cNvSpPr/>
          <p:nvPr/>
        </p:nvSpPr>
        <p:spPr>
          <a:xfrm>
            <a:off x="6468036" y="1788454"/>
            <a:ext cx="1192306" cy="48858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10.04 Automate Bill Entry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46B4F-8D9E-F276-B557-07A907701CF8}"/>
              </a:ext>
            </a:extLst>
          </p:cNvPr>
          <p:cNvSpPr txBox="1"/>
          <p:nvPr/>
        </p:nvSpPr>
        <p:spPr>
          <a:xfrm>
            <a:off x="5605853" y="1534538"/>
            <a:ext cx="109055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Repeating schedule + bill template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64BAAE-E9C5-4DF0-6F84-E4482378CC38}"/>
              </a:ext>
            </a:extLst>
          </p:cNvPr>
          <p:cNvCxnSpPr>
            <a:cxnSpLocks/>
            <a:stCxn id="28" idx="3"/>
            <a:endCxn id="4" idx="1"/>
          </p:cNvCxnSpPr>
          <p:nvPr/>
        </p:nvCxnSpPr>
        <p:spPr>
          <a:xfrm flipV="1">
            <a:off x="5554976" y="2032745"/>
            <a:ext cx="913060" cy="672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008E0F0-7094-1121-049D-BAF660BFC728}"/>
              </a:ext>
            </a:extLst>
          </p:cNvPr>
          <p:cNvCxnSpPr>
            <a:cxnSpLocks/>
            <a:stCxn id="4" idx="2"/>
            <a:endCxn id="20" idx="3"/>
          </p:cNvCxnSpPr>
          <p:nvPr/>
        </p:nvCxnSpPr>
        <p:spPr>
          <a:xfrm rot="5400000">
            <a:off x="4592172" y="956982"/>
            <a:ext cx="1151965" cy="3792071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EF67A2A-D45C-2CAE-C2CD-49AAFED210D8}"/>
              </a:ext>
            </a:extLst>
          </p:cNvPr>
          <p:cNvSpPr txBox="1"/>
          <p:nvPr/>
        </p:nvSpPr>
        <p:spPr>
          <a:xfrm>
            <a:off x="5466230" y="3456865"/>
            <a:ext cx="1090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Auto-created unpaid bills</a:t>
            </a:r>
          </a:p>
        </p:txBody>
      </p:sp>
    </p:spTree>
    <p:extLst>
      <p:ext uri="{BB962C8B-B14F-4D97-AF65-F5344CB8AC3E}">
        <p14:creationId xmlns:p14="http://schemas.microsoft.com/office/powerpoint/2010/main" val="3927249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64</Words>
  <Application>Microsoft Office PowerPoint</Application>
  <PresentationFormat>On-screen Show (4:3)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DFD 2: Bills automation, credit notes, Repeating Bills (Cycle 2)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Deepesh katudia</cp:lastModifiedBy>
  <cp:revision>4</cp:revision>
  <dcterms:created xsi:type="dcterms:W3CDTF">2013-01-27T09:14:16Z</dcterms:created>
  <dcterms:modified xsi:type="dcterms:W3CDTF">2025-12-04T06:39:42Z</dcterms:modified>
  <cp:category/>
</cp:coreProperties>
</file>