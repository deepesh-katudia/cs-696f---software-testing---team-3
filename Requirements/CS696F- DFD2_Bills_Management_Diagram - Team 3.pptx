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08" y="10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24F75C-2F82-8E7E-545F-29A34A9699A9}"/>
              </a:ext>
            </a:extLst>
          </p:cNvPr>
          <p:cNvSpPr txBox="1"/>
          <p:nvPr/>
        </p:nvSpPr>
        <p:spPr>
          <a:xfrm>
            <a:off x="1263317" y="2568589"/>
            <a:ext cx="73753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Bills Management Data Flow Diagram – Team 3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92739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F325CA-8893-C6F1-6C37-DFB1FA57E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80" y="2994373"/>
            <a:ext cx="582620" cy="55341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512344-E220-02CD-8D0A-64F08849C89E}"/>
              </a:ext>
            </a:extLst>
          </p:cNvPr>
          <p:cNvSpPr/>
          <p:nvPr/>
        </p:nvSpPr>
        <p:spPr>
          <a:xfrm>
            <a:off x="1801906" y="1730188"/>
            <a:ext cx="1559859" cy="41237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5ACE22-259A-DB4B-4C7B-C9285E0A7D2F}"/>
              </a:ext>
            </a:extLst>
          </p:cNvPr>
          <p:cNvSpPr txBox="1"/>
          <p:nvPr/>
        </p:nvSpPr>
        <p:spPr>
          <a:xfrm>
            <a:off x="258680" y="3547791"/>
            <a:ext cx="7082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Supplier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F62DB-D91C-0A24-EB7C-E22E801C1E22}"/>
              </a:ext>
            </a:extLst>
          </p:cNvPr>
          <p:cNvSpPr txBox="1"/>
          <p:nvPr/>
        </p:nvSpPr>
        <p:spPr>
          <a:xfrm>
            <a:off x="1909482" y="1730188"/>
            <a:ext cx="1326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10.01 Create New Bills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5CFA9BA-9E46-5BC8-D419-974868E7E052}"/>
              </a:ext>
            </a:extLst>
          </p:cNvPr>
          <p:cNvCxnSpPr>
            <a:cxnSpLocks/>
            <a:stCxn id="2" idx="0"/>
            <a:endCxn id="3" idx="1"/>
          </p:cNvCxnSpPr>
          <p:nvPr/>
        </p:nvCxnSpPr>
        <p:spPr>
          <a:xfrm rot="5400000" flipH="1" flipV="1">
            <a:off x="646950" y="1839417"/>
            <a:ext cx="1057996" cy="1251916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BB39889-C680-7CF7-F73A-32E1E6AA21C2}"/>
              </a:ext>
            </a:extLst>
          </p:cNvPr>
          <p:cNvSpPr txBox="1"/>
          <p:nvPr/>
        </p:nvSpPr>
        <p:spPr>
          <a:xfrm>
            <a:off x="303417" y="1699411"/>
            <a:ext cx="107576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Invoice / Bill Info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DA4811-ABE7-F177-91B3-A56EDA673C4D}"/>
              </a:ext>
            </a:extLst>
          </p:cNvPr>
          <p:cNvSpPr/>
          <p:nvPr/>
        </p:nvSpPr>
        <p:spPr>
          <a:xfrm>
            <a:off x="4437529" y="1730188"/>
            <a:ext cx="1559859" cy="41237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505150-28B1-9C12-7B33-5E309A14B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560" y="2925123"/>
            <a:ext cx="582620" cy="5534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2BDDCE1-0EA0-E33A-5320-07CC878750CE}"/>
              </a:ext>
            </a:extLst>
          </p:cNvPr>
          <p:cNvSpPr txBox="1"/>
          <p:nvPr/>
        </p:nvSpPr>
        <p:spPr>
          <a:xfrm>
            <a:off x="2286000" y="3478541"/>
            <a:ext cx="753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AP Clerk / Admin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2DD80D-6C8B-BAE4-8011-383A20E70C73}"/>
              </a:ext>
            </a:extLst>
          </p:cNvPr>
          <p:cNvCxnSpPr>
            <a:cxnSpLocks/>
            <a:stCxn id="13" idx="0"/>
            <a:endCxn id="6" idx="2"/>
          </p:cNvCxnSpPr>
          <p:nvPr/>
        </p:nvCxnSpPr>
        <p:spPr>
          <a:xfrm flipV="1">
            <a:off x="2572870" y="2130298"/>
            <a:ext cx="1" cy="79482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88D17AC-4E0C-C367-FE0A-C4FE744187E1}"/>
              </a:ext>
            </a:extLst>
          </p:cNvPr>
          <p:cNvSpPr txBox="1"/>
          <p:nvPr/>
        </p:nvSpPr>
        <p:spPr>
          <a:xfrm rot="5400000">
            <a:off x="2286003" y="2490862"/>
            <a:ext cx="9502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New Bill Details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DC194C-A004-86CD-7246-F9347C66628C}"/>
              </a:ext>
            </a:extLst>
          </p:cNvPr>
          <p:cNvSpPr txBox="1"/>
          <p:nvPr/>
        </p:nvSpPr>
        <p:spPr>
          <a:xfrm>
            <a:off x="4572000" y="1756193"/>
            <a:ext cx="1165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10.07 View Unpaid Bills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34FDDE1-839D-9E70-EBF5-D476AB478307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370729" y="1936377"/>
            <a:ext cx="1066800" cy="448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E2004D5-AE22-7F91-AFC0-99B0A8277465}"/>
              </a:ext>
            </a:extLst>
          </p:cNvPr>
          <p:cNvSpPr txBox="1"/>
          <p:nvPr/>
        </p:nvSpPr>
        <p:spPr>
          <a:xfrm>
            <a:off x="3393140" y="1719445"/>
            <a:ext cx="97715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New Unpaid Bills 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90C6E5B5-0A1C-0575-9E21-D2A767AD9B70}"/>
              </a:ext>
            </a:extLst>
          </p:cNvPr>
          <p:cNvCxnSpPr>
            <a:cxnSpLocks/>
            <a:stCxn id="13" idx="3"/>
            <a:endCxn id="22" idx="2"/>
          </p:cNvCxnSpPr>
          <p:nvPr/>
        </p:nvCxnSpPr>
        <p:spPr>
          <a:xfrm flipV="1">
            <a:off x="2864180" y="2125525"/>
            <a:ext cx="2290526" cy="1076307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4520AC3-C954-7931-5D1A-D637E90ABCFC}"/>
              </a:ext>
            </a:extLst>
          </p:cNvPr>
          <p:cNvSpPr txBox="1"/>
          <p:nvPr/>
        </p:nvSpPr>
        <p:spPr>
          <a:xfrm rot="16200000">
            <a:off x="4466855" y="2526549"/>
            <a:ext cx="1076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Request the unpaid bills list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9A9E091-417F-CAB5-4ED2-C9DB762B89AA}"/>
              </a:ext>
            </a:extLst>
          </p:cNvPr>
          <p:cNvSpPr/>
          <p:nvPr/>
        </p:nvSpPr>
        <p:spPr>
          <a:xfrm>
            <a:off x="6651811" y="2995643"/>
            <a:ext cx="1559859" cy="41237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B1C3EC-41DF-18EB-598E-11B6911FB7D5}"/>
              </a:ext>
            </a:extLst>
          </p:cNvPr>
          <p:cNvSpPr txBox="1"/>
          <p:nvPr/>
        </p:nvSpPr>
        <p:spPr>
          <a:xfrm>
            <a:off x="6929718" y="3041520"/>
            <a:ext cx="8606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10.07 Edit Bills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D529EE5-B20B-7DA2-BCE5-83111B15F7D7}"/>
              </a:ext>
            </a:extLst>
          </p:cNvPr>
          <p:cNvCxnSpPr>
            <a:cxnSpLocks/>
            <a:stCxn id="13" idx="3"/>
            <a:endCxn id="32" idx="1"/>
          </p:cNvCxnSpPr>
          <p:nvPr/>
        </p:nvCxnSpPr>
        <p:spPr>
          <a:xfrm>
            <a:off x="2864180" y="3201832"/>
            <a:ext cx="3787631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96EC5C3-EB26-62CB-98C6-3E7F54B358B1}"/>
              </a:ext>
            </a:extLst>
          </p:cNvPr>
          <p:cNvSpPr txBox="1"/>
          <p:nvPr/>
        </p:nvSpPr>
        <p:spPr>
          <a:xfrm>
            <a:off x="5401282" y="3194228"/>
            <a:ext cx="1367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Edit Bill Request ( Select Existing 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8064BC5-FE5E-4925-8811-B853B026CFF4}"/>
              </a:ext>
            </a:extLst>
          </p:cNvPr>
          <p:cNvSpPr/>
          <p:nvPr/>
        </p:nvSpPr>
        <p:spPr>
          <a:xfrm>
            <a:off x="7073152" y="1744088"/>
            <a:ext cx="1559859" cy="41237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C73435-81B1-DC8A-9212-6B0C924A215E}"/>
              </a:ext>
            </a:extLst>
          </p:cNvPr>
          <p:cNvSpPr txBox="1"/>
          <p:nvPr/>
        </p:nvSpPr>
        <p:spPr>
          <a:xfrm>
            <a:off x="7234518" y="1829617"/>
            <a:ext cx="128186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Payment AP System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8AB37B5-6FE8-12F5-28C2-D1ED106050E2}"/>
              </a:ext>
            </a:extLst>
          </p:cNvPr>
          <p:cNvCxnSpPr>
            <a:cxnSpLocks/>
            <a:stCxn id="12" idx="3"/>
            <a:endCxn id="42" idx="1"/>
          </p:cNvCxnSpPr>
          <p:nvPr/>
        </p:nvCxnSpPr>
        <p:spPr>
          <a:xfrm>
            <a:off x="5997388" y="1936377"/>
            <a:ext cx="1075764" cy="1390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F632701-67A1-D0F3-2B38-14E871AB8071}"/>
              </a:ext>
            </a:extLst>
          </p:cNvPr>
          <p:cNvSpPr txBox="1"/>
          <p:nvPr/>
        </p:nvSpPr>
        <p:spPr>
          <a:xfrm>
            <a:off x="6064625" y="1389984"/>
            <a:ext cx="12774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Payment Instruction/bills sent for payment 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CB47E17-835D-8751-5D4E-F1F7550B4154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5997388" y="2156465"/>
            <a:ext cx="1434353" cy="8391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599D7B4-367B-308D-BD87-701FD1A8C8DC}"/>
              </a:ext>
            </a:extLst>
          </p:cNvPr>
          <p:cNvSpPr txBox="1"/>
          <p:nvPr/>
        </p:nvSpPr>
        <p:spPr>
          <a:xfrm rot="1949166">
            <a:off x="6199048" y="2484008"/>
            <a:ext cx="14613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Updated unpaid Bill data</a:t>
            </a:r>
          </a:p>
        </p:txBody>
      </p:sp>
    </p:spTree>
    <p:extLst>
      <p:ext uri="{BB962C8B-B14F-4D97-AF65-F5344CB8AC3E}">
        <p14:creationId xmlns:p14="http://schemas.microsoft.com/office/powerpoint/2010/main" val="4001360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60</Words>
  <Application>Microsoft Office PowerPoint</Application>
  <PresentationFormat>On-screen Show (4:3)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Deepesh katudia</cp:lastModifiedBy>
  <cp:revision>4</cp:revision>
  <dcterms:created xsi:type="dcterms:W3CDTF">2013-01-27T09:14:16Z</dcterms:created>
  <dcterms:modified xsi:type="dcterms:W3CDTF">2025-11-24T04:07:33Z</dcterms:modified>
  <cp:category/>
</cp:coreProperties>
</file>